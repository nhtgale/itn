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3922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105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908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1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139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453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955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39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793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62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6F99-26EF-44A0-AB0C-04C766CF99AB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34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F6F99-26EF-44A0-AB0C-04C766CF99AB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1BD49-20BD-4882-8B7C-AE1A5D517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3288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Транспортный уровень модели </a:t>
            </a:r>
            <a:r>
              <a:rPr lang="af-ZA" dirty="0"/>
              <a:t>OSI/TCP-IP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951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Проблематика и задачи транспортного </a:t>
            </a:r>
            <a:r>
              <a:rPr lang="ru-RU" b="1" dirty="0" smtClean="0"/>
              <a:t>уровня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295274" y="1844675"/>
            <a:ext cx="679132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Ключевые тезисы:</a:t>
            </a:r>
            <a:endParaRPr lang="ru-RU" dirty="0"/>
          </a:p>
          <a:p>
            <a:pPr lvl="1"/>
            <a:r>
              <a:rPr lang="ru-RU" dirty="0"/>
              <a:t>Сетевой уровень (IP) доставляет пакеты между </a:t>
            </a:r>
            <a:r>
              <a:rPr lang="ru-RU" i="1" dirty="0"/>
              <a:t>хостами</a:t>
            </a:r>
            <a:r>
              <a:rPr lang="ru-RU" dirty="0"/>
              <a:t>, но не между </a:t>
            </a:r>
            <a:r>
              <a:rPr lang="ru-RU" i="1" dirty="0"/>
              <a:t>программами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IP работает по принципу </a:t>
            </a:r>
            <a:r>
              <a:rPr lang="ru-RU" i="1" dirty="0" err="1"/>
              <a:t>Best</a:t>
            </a:r>
            <a:r>
              <a:rPr lang="ru-RU" i="1" dirty="0"/>
              <a:t> </a:t>
            </a:r>
            <a:r>
              <a:rPr lang="ru-RU" i="1" dirty="0" err="1"/>
              <a:t>Effort</a:t>
            </a:r>
            <a:r>
              <a:rPr lang="ru-RU" dirty="0"/>
              <a:t> (нет гарантии доставки, порядка и целостности).</a:t>
            </a:r>
          </a:p>
          <a:p>
            <a:pPr marL="0" indent="0">
              <a:buNone/>
            </a:pPr>
            <a:r>
              <a:rPr lang="ru-RU" b="1" dirty="0"/>
              <a:t>Задачи транспортного уровня:</a:t>
            </a:r>
            <a:endParaRPr lang="ru-RU" dirty="0"/>
          </a:p>
          <a:p>
            <a:pPr lvl="1"/>
            <a:r>
              <a:rPr lang="ru-RU" dirty="0"/>
              <a:t>Адресация приложений (порты).</a:t>
            </a:r>
          </a:p>
          <a:p>
            <a:pPr lvl="1"/>
            <a:r>
              <a:rPr lang="ru-RU" dirty="0"/>
              <a:t>Мультиплексирование и демультиплексирование потоков.</a:t>
            </a:r>
          </a:p>
          <a:p>
            <a:pPr lvl="1"/>
            <a:r>
              <a:rPr lang="ru-RU" dirty="0"/>
              <a:t>Обеспечение надежности (опционально: TCP) или скорости (UDP).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10400" y="1912144"/>
            <a:ext cx="5181600" cy="395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842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Демультиплексирование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0" y="1690688"/>
            <a:ext cx="7772400" cy="484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16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266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</TotalTime>
  <Words>21</Words>
  <Application>Microsoft Office PowerPoint</Application>
  <PresentationFormat>Широкоэкранный</PresentationFormat>
  <Paragraphs>10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Транспортный уровень модели OSI/TCP-IP</vt:lpstr>
      <vt:lpstr>Проблематика и задачи транспортного уровня</vt:lpstr>
      <vt:lpstr>Демультиплексирование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Транспортный уровень модели OSI/TCP-IP</dc:title>
  <dc:creator>Тимур А. Нахтигаль</dc:creator>
  <cp:lastModifiedBy>Тимур А. Нахтигаль</cp:lastModifiedBy>
  <cp:revision>4</cp:revision>
  <dcterms:created xsi:type="dcterms:W3CDTF">2026-08-31T13:10:39Z</dcterms:created>
  <dcterms:modified xsi:type="dcterms:W3CDTF">2026-08-31T20:31:50Z</dcterms:modified>
</cp:coreProperties>
</file>