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9" d="100"/>
          <a:sy n="109" d="100"/>
        </p:scale>
        <p:origin x="636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3922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3105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1908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213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8139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04532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955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039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793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86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3346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F6F99-26EF-44A0-AB0C-04C766CF99AB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3288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Транспортный уровень модели </a:t>
            </a:r>
            <a:r>
              <a:rPr lang="af-ZA" dirty="0"/>
              <a:t>OSI/TCP-IP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9511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Проблематика и задачи транспортного </a:t>
            </a:r>
            <a:r>
              <a:rPr lang="ru-RU" b="1" dirty="0" smtClean="0"/>
              <a:t>уровня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295274" y="1844675"/>
            <a:ext cx="679132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Ключевые тезисы:</a:t>
            </a:r>
            <a:endParaRPr lang="ru-RU" dirty="0"/>
          </a:p>
          <a:p>
            <a:pPr lvl="1"/>
            <a:r>
              <a:rPr lang="ru-RU" dirty="0"/>
              <a:t>Сетевой уровень (IP) доставляет пакеты между </a:t>
            </a:r>
            <a:r>
              <a:rPr lang="ru-RU" i="1" dirty="0"/>
              <a:t>хостами</a:t>
            </a:r>
            <a:r>
              <a:rPr lang="ru-RU" dirty="0"/>
              <a:t>, но не между </a:t>
            </a:r>
            <a:r>
              <a:rPr lang="ru-RU" i="1" dirty="0"/>
              <a:t>программами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IP работает по принципу </a:t>
            </a:r>
            <a:r>
              <a:rPr lang="ru-RU" i="1" dirty="0" err="1"/>
              <a:t>Best</a:t>
            </a:r>
            <a:r>
              <a:rPr lang="ru-RU" i="1" dirty="0"/>
              <a:t> </a:t>
            </a:r>
            <a:r>
              <a:rPr lang="ru-RU" i="1" dirty="0" err="1"/>
              <a:t>Effort</a:t>
            </a:r>
            <a:r>
              <a:rPr lang="ru-RU" dirty="0"/>
              <a:t> (нет гарантии доставки, порядка и целостности).</a:t>
            </a:r>
          </a:p>
          <a:p>
            <a:pPr marL="0" indent="0">
              <a:buNone/>
            </a:pPr>
            <a:r>
              <a:rPr lang="ru-RU" b="1" dirty="0"/>
              <a:t>Задачи транспортного уровня:</a:t>
            </a:r>
            <a:endParaRPr lang="ru-RU" dirty="0"/>
          </a:p>
          <a:p>
            <a:pPr lvl="1"/>
            <a:r>
              <a:rPr lang="ru-RU" dirty="0"/>
              <a:t>Адресация приложений (порты).</a:t>
            </a:r>
          </a:p>
          <a:p>
            <a:pPr lvl="1"/>
            <a:r>
              <a:rPr lang="ru-RU" dirty="0"/>
              <a:t>Мультиплексирование и демультиплексирование потоков.</a:t>
            </a:r>
          </a:p>
          <a:p>
            <a:pPr lvl="1"/>
            <a:r>
              <a:rPr lang="ru-RU" dirty="0"/>
              <a:t>Обеспечение надежности (опционально: TCP) или скорости (UDP).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10400" y="1912144"/>
            <a:ext cx="5181600" cy="395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842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Демультиплексирование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9800" y="1690688"/>
            <a:ext cx="7772400" cy="484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416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TCP, </a:t>
            </a:r>
            <a:r>
              <a:rPr lang="ru-RU" dirty="0" smtClean="0"/>
              <a:t>общие сведения 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99712" y="1825625"/>
            <a:ext cx="4658575" cy="4351338"/>
          </a:xfrm>
          <a:prstGeom prst="rect">
            <a:avLst/>
          </a:prstGeom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6172200" y="2643310"/>
            <a:ext cx="5181600" cy="2860675"/>
          </a:xfrm>
        </p:spPr>
        <p:txBody>
          <a:bodyPr/>
          <a:lstStyle/>
          <a:p>
            <a:r>
              <a:rPr lang="ru-RU" dirty="0" smtClean="0"/>
              <a:t>Каналы с установлением соединения</a:t>
            </a:r>
          </a:p>
          <a:p>
            <a:r>
              <a:rPr lang="ru-RU" dirty="0" smtClean="0"/>
              <a:t>Надежная доставка</a:t>
            </a:r>
          </a:p>
          <a:p>
            <a:r>
              <a:rPr lang="ru-RU" dirty="0" smtClean="0"/>
              <a:t>Восстановление последовательности данных</a:t>
            </a:r>
          </a:p>
          <a:p>
            <a:r>
              <a:rPr lang="ru-RU" dirty="0" smtClean="0"/>
              <a:t>Управление потоком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126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UDP, </a:t>
            </a:r>
            <a:r>
              <a:rPr lang="ru-RU" dirty="0" smtClean="0"/>
              <a:t>общие сведения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776654" y="2698444"/>
            <a:ext cx="5181600" cy="2605698"/>
          </a:xfrm>
        </p:spPr>
        <p:txBody>
          <a:bodyPr/>
          <a:lstStyle/>
          <a:p>
            <a:r>
              <a:rPr lang="ru-RU" dirty="0"/>
              <a:t>Без установления </a:t>
            </a:r>
            <a:r>
              <a:rPr lang="ru-RU" dirty="0" smtClean="0"/>
              <a:t>соединения</a:t>
            </a:r>
            <a:endParaRPr lang="en-US" dirty="0" smtClean="0"/>
          </a:p>
          <a:p>
            <a:r>
              <a:rPr lang="ru-RU" dirty="0" smtClean="0"/>
              <a:t>Ненадежная доставка</a:t>
            </a:r>
          </a:p>
          <a:p>
            <a:r>
              <a:rPr lang="ru-RU" dirty="0" smtClean="0"/>
              <a:t>Без восстановления последовательности</a:t>
            </a:r>
          </a:p>
          <a:p>
            <a:r>
              <a:rPr lang="ru-RU" dirty="0" smtClean="0"/>
              <a:t>Без управления потоком</a:t>
            </a:r>
            <a:endParaRPr lang="ru-RU" dirty="0"/>
          </a:p>
        </p:txBody>
      </p:sp>
      <p:pic>
        <p:nvPicPr>
          <p:cNvPr id="1026" name="Picture 2" descr="Chapter 10. User Datagram Protocol (UDP) and IP Fragmentation - Shichao's  Notes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2015821"/>
            <a:ext cx="5181600" cy="397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1844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Адресация портов TCP и </a:t>
            </a:r>
            <a:r>
              <a:rPr lang="ru-RU" b="1" dirty="0" smtClean="0"/>
              <a:t>UDP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5716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1271</TotalTime>
  <Words>56</Words>
  <Application>Microsoft Office PowerPoint</Application>
  <PresentationFormat>Широкоэкранный</PresentationFormat>
  <Paragraphs>21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Тема Office</vt:lpstr>
      <vt:lpstr>Транспортный уровень модели OSI/TCP-IP</vt:lpstr>
      <vt:lpstr>Проблематика и задачи транспортного уровня</vt:lpstr>
      <vt:lpstr>Демультиплексирование</vt:lpstr>
      <vt:lpstr>TCP, общие сведения </vt:lpstr>
      <vt:lpstr>UDP, общие сведения</vt:lpstr>
      <vt:lpstr>Адресация портов TCP и UDP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Транспортный уровень модели OSI/TCP-IP</dc:title>
  <dc:creator>Тимур А. Нахтигаль</dc:creator>
  <cp:lastModifiedBy>Тимур А. Нахтигаль</cp:lastModifiedBy>
  <cp:revision>8</cp:revision>
  <dcterms:created xsi:type="dcterms:W3CDTF">2026-08-31T13:10:39Z</dcterms:created>
  <dcterms:modified xsi:type="dcterms:W3CDTF">2026-09-02T06:49:28Z</dcterms:modified>
</cp:coreProperties>
</file>